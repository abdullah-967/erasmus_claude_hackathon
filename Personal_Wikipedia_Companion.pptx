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463040"/>
            <a:ext cx="11155680" cy="40233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</a:rPr>
              <a:t>ERASMUS HACKATHON  ·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4028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Personal Wikipedia
Companion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77639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BD5E1"/>
                </a:solidFill>
              </a:rPr>
              <a:t>Your AI-powered second brain — turn scattered notes into a living, linked knowledge base.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Claude API  ·  Next.js 15  ·  Supabase  ·  Vercel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B6D4"/>
                </a:solidFill>
              </a:rP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48640"/>
            <a:ext cx="109728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Knowledge Slips Through the Cracks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54480"/>
            <a:ext cx="2560320" cy="2560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755648"/>
            <a:ext cx="22311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📚  Fragmented notes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377440"/>
            <a:ext cx="2231136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We learn across PDFs, articles, and half-finished docs — nothing connects.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27832" y="1554480"/>
            <a:ext cx="2560320" cy="2560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92424" y="1755648"/>
            <a:ext cx="22311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🔗  No relationships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92424" y="2377440"/>
            <a:ext cx="2231136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Concepts live in isolation. The insight that ties two ideas together is lost.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52744" y="1554480"/>
            <a:ext cx="2560320" cy="2560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17336" y="1755648"/>
            <a:ext cx="22311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🕳️  Hidden gaps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17336" y="2377440"/>
            <a:ext cx="2231136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We don't know what we don't know — there's no map of what's missing.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77656" y="1554480"/>
            <a:ext cx="2560320" cy="2560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42248" y="1755648"/>
            <a:ext cx="22311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⏱️  Re-learning loops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42248" y="2377440"/>
            <a:ext cx="2231136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Without structured recall, we rediscover the same things over and over.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297680"/>
            <a:ext cx="11155680" cy="8229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40740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9E0B"/>
                </a:solidFill>
              </a:rPr>
              <a:t>💡  The gap isn't a lack of learning — it's a lack of structure.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B6D4"/>
                </a:solidFill>
              </a:rPr>
              <a:t>OUR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48640"/>
            <a:ext cx="109728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An AI That Builds Your Wiki For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BD5E1"/>
                </a:solidFill>
              </a:rPr>
              <a:t>Just tell the agent what you learned. It structures, stores, and connects it — automatically.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103120"/>
            <a:ext cx="3657600" cy="1417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2240280"/>
            <a:ext cx="33284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🤖  Knowledge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651760"/>
            <a:ext cx="332841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Chat with Claude. Drop a concept or upload a PDF — it writes the wiki page for you.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61688" y="2103120"/>
            <a:ext cx="3657600" cy="1417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2240280"/>
            <a:ext cx="33284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🔗  Auto-Linking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651760"/>
            <a:ext cx="332841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Pages are connected by relationship type: prereq, extends, contradicts, example.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0456" y="2103120"/>
            <a:ext cx="3657600" cy="1417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85048" y="2240280"/>
            <a:ext cx="33284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🔍  Gap Detection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5048" y="2651760"/>
            <a:ext cx="332841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find_knowledge_gaps surfaces isolated concepts and suggests what to learn next.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685032"/>
            <a:ext cx="3657600" cy="1417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" y="3822192"/>
            <a:ext cx="33284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📄  File Ingestion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" y="4233672"/>
            <a:ext cx="332841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Upload PDF, TXT, or Markdown. Claude extracts and structures the knowledge.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61688" y="3685032"/>
            <a:ext cx="3657600" cy="1417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3822192"/>
            <a:ext cx="33284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⚡  Live Updates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4233672"/>
            <a:ext cx="332841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Supabase Realtime streams new pages into the UI with animated section reveals.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0456" y="3685032"/>
            <a:ext cx="3657600" cy="1417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85048" y="3822192"/>
            <a:ext cx="33284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🧭  Wiki Navigation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5048" y="4233672"/>
            <a:ext cx="332841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Hover previews, back history, relationship badges — feels like a real wiki.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B6D4"/>
                </a:solidFill>
              </a:rPr>
              <a:t>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48640"/>
            <a:ext cx="109728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How It 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828800"/>
            <a:ext cx="2011680" cy="1463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938528"/>
            <a:ext cx="347472" cy="3474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92024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35915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User 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743200"/>
            <a:ext cx="1737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Chat message or file upload (PDF/TXT/MD)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14016" y="2377440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B82F6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52928" y="1828800"/>
            <a:ext cx="2011680" cy="1463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90088" y="1938528"/>
            <a:ext cx="347472" cy="3474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90088" y="192024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0088" y="235915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Claude 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90088" y="2743200"/>
            <a:ext cx="1737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claude-sonnet-4-6 with 5 agentic tools via Vercel AI SDK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01184" y="2377440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B82F6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40096" y="1828800"/>
            <a:ext cx="2011680" cy="1463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77256" y="1938528"/>
            <a:ext cx="347472" cy="3474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77256" y="192024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77256" y="235915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Tool Calls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77256" y="2743200"/>
            <a:ext cx="1737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create_page · update_page · link_pages · query_wiki · find_gaps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88352" y="2377440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B82F6"/>
                </a:solidFill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27264" y="1828800"/>
            <a:ext cx="2011680" cy="1463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64424" y="1938528"/>
            <a:ext cx="347472" cy="3474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64424" y="192024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64424" y="235915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Supabase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64424" y="2743200"/>
            <a:ext cx="1737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Writes to wiki_pages + page_links with RLS — streams changes via Realtime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0" y="2377440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B82F6"/>
                </a:solidFill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314432" y="1828800"/>
            <a:ext cx="2011680" cy="1463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451592" y="1938528"/>
            <a:ext cx="347472" cy="3474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451592" y="192024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51592" y="235915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UI Update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51592" y="2743200"/>
            <a:ext cx="1737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Animated section reveals, hover previews, relationship badges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3520440"/>
            <a:ext cx="11430000" cy="18288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" y="3657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</a:rPr>
              <a:t>Tech Stack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40690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</a:rPr>
              <a:t>Frontend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4407408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Next.js 15 · TypeScript · Tailwind CSS · Vercel AI SDK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29000" y="40690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</a:rPr>
              <a:t>AI Layer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29000" y="4407408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Claude claude-sonnet-4-6 · 5 tools · multi-step agentic loop · streaming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40690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</a:rPr>
              <a:t>Backend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3640" y="4407408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Supabase (Auth + Postgres + Realtime) · Row-Level Security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98280" y="40690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</a:rPr>
              <a:t>Deploy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98280" y="4407408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Vercel · Edge-ready · Server Components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B6D4"/>
                </a:solidFill>
              </a:rPr>
              <a:t>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48640"/>
            <a:ext cx="109728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See It in Action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54480"/>
            <a:ext cx="5486400" cy="4572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91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B6D4"/>
                </a:solidFill>
              </a:rPr>
              <a:t>User Journey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488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  1.  Open the app — Knowledge Agent greets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6517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  2.  Type: 'I just learned about transformer attention mechanisms'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1546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  3.  Claude creates a structured wiki page in real-time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6576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  4.  Agent auto-links it to related pages (NLP, Neural Networks…)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1605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  5.  Ask: 'What am I missing in my ML knowledge?'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6634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  6.  Agent runs find_knowledge_gaps → surfaces isolated concepts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1663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  7.  Upload a PDF research paper — Claude extracts &amp; structures 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554480"/>
            <a:ext cx="5486400" cy="4572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691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B6D4"/>
                </a:solidFill>
              </a:rPr>
              <a:t>UX Highlights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1488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Streamed reveals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46888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Sections animate in as Claude writes them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89864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Hover previews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21868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Hover any wiki link → title + summary tooltip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64845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Relationship pills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96849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Colored badges: prereq · extends · contradicts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439826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Back navigation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471830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History stack — explore and retrace your path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514807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Real-time sync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546811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Supabase Realtime — no refresh needed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B6D4"/>
                </a:solidFill>
              </a:rPr>
              <a:t>IMPACT &amp; VISION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48640"/>
            <a:ext cx="109728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Why This Matters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54480"/>
            <a:ext cx="2651760" cy="2194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691640"/>
            <a:ext cx="23225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3B82F6"/>
                </a:solidFill>
              </a:rPr>
              <a:t>5 AI Tools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331720"/>
            <a:ext cx="2322576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Agentic loop covering
create · update · link
query · gap analysis</a:t>
            </a:r>
          </a:p>
        </p:txBody>
      </p:sp>
      <p:sp>
        <p:nvSpPr>
          <p:cNvPr id="9" name="Rectangle 8"/>
          <p:cNvSpPr/>
          <p:nvPr/>
        </p:nvSpPr>
        <p:spPr>
          <a:xfrm>
            <a:off x="3355848" y="1554480"/>
            <a:ext cx="2651760" cy="2194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1691640"/>
            <a:ext cx="23225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3B82F6"/>
                </a:solidFill>
              </a:rPr>
              <a:t>Real-time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2331720"/>
            <a:ext cx="2322576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Supabase Realtime streams
changes as Claude writes —
no page refresh needed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08776" y="1554480"/>
            <a:ext cx="2651760" cy="2194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3368" y="1691640"/>
            <a:ext cx="23225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3B82F6"/>
                </a:solidFill>
              </a:rPr>
              <a:t>Multi-format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2331720"/>
            <a:ext cx="2322576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PDF, TXT, Markdown ingestion
via /api/ingest — Claude
extracts &amp; structures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61704" y="1554480"/>
            <a:ext cx="2651760" cy="2194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26296" y="1691640"/>
            <a:ext cx="23225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3B82F6"/>
                </a:solidFill>
              </a:rPr>
              <a:t>Linked Graph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26296" y="2331720"/>
            <a:ext cx="2322576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Typed relationships between
concepts — a true knowledge
graph, not just notes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931920"/>
            <a:ext cx="11155680" cy="1554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069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B6D4"/>
                </a:solidFill>
              </a:rPr>
              <a:t>What's Next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4805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🗺️  Force-directed knowledge graph panel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44805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⌨️  Cmd+K global search overlay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8920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🔔  Spaced-repetition review reminders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48920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👥  Shared wiki spaces for teams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645920"/>
            <a:ext cx="11155680" cy="36576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Personal Wikipedia Companion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8892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CBD5E1"/>
                </a:solidFill>
              </a:rPr>
              <a:t>Your second brain, powered by Claude.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4748B"/>
                </a:solidFill>
              </a:rPr>
              <a:t>Built with  Claude API  ·  Next.js 15  ·  Supabase  ·  Vercel AI SDK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1480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6B6D4"/>
                </a:solidFill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